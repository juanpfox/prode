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21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E04D43-4835-3A81-863A-04A1DDEC50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EB98D18-843D-DD4D-10BC-F82D39DFAB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77F0F5C-2E8D-8DB7-2D12-938ACEEFF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0551F-6867-4E9E-B813-4E46E90105EB}" type="datetimeFigureOut">
              <a:rPr lang="es-AR" smtClean="0"/>
              <a:t>4/4/2026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828B21-B38D-4E6F-5015-2382DF82E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1501AE6-785F-53A7-76EE-EFE6DA106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F77AD-AD76-4B1D-8485-F96DBFC6C79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29404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D69709-2E5F-FD0C-FC60-6BB65CFD5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73A5417-9D6D-92A7-6917-BEA11E8D7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443335-FF9B-1494-C298-11AA942D0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0551F-6867-4E9E-B813-4E46E90105EB}" type="datetimeFigureOut">
              <a:rPr lang="es-AR" smtClean="0"/>
              <a:t>4/4/2026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C32EF45-964E-3C8B-F5FD-A16465A0B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1D4955C-88F2-3643-521A-DC20BD2F8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F77AD-AD76-4B1D-8485-F96DBFC6C79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10626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1E20CF-1B2E-1E0A-D9A2-F5A72840B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5D407B3-CFF1-BADF-E568-6779B9A4FD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9FFD742-9833-AA21-D564-9CFD831DA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0551F-6867-4E9E-B813-4E46E90105EB}" type="datetimeFigureOut">
              <a:rPr lang="es-AR" smtClean="0"/>
              <a:t>4/4/2026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E145297-4773-D595-997F-B17934705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2202FC-0E8C-C064-806A-FE18FCA0D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F77AD-AD76-4B1D-8485-F96DBFC6C79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98332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B2F033-7082-3424-4B10-5427A2F26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1817EE-0576-055D-FD43-D95CC95911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0BDF578-E8F8-8666-758B-1BF4143466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6EBF7F6-40CD-A79B-2FA6-9474B9D57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0551F-6867-4E9E-B813-4E46E90105EB}" type="datetimeFigureOut">
              <a:rPr lang="es-AR" smtClean="0"/>
              <a:t>4/4/2026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66DB185-23B8-C1D3-6B3D-7D797F280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66D2D39-307B-9B89-7C02-CA8F03426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F77AD-AD76-4B1D-8485-F96DBFC6C79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78785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B1A7F9-940B-1167-0479-35A36FD9F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3AECF77-8280-6480-A60D-04DBE0C714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026B49C-4DE1-005A-7CD5-7544966E45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F9345E1-0B7C-AA5D-8EDC-81B8CAD810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E52A4E1-6B6F-5D47-E46E-9756FF23FD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F2DCA66-17DA-B139-9FED-28295AFD2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0551F-6867-4E9E-B813-4E46E90105EB}" type="datetimeFigureOut">
              <a:rPr lang="es-AR" smtClean="0"/>
              <a:t>4/4/2026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B6D5D51-C053-0C36-7B0C-DD03FF48F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2C11180-D155-46B6-4A87-50DF1BF0C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F77AD-AD76-4B1D-8485-F96DBFC6C79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25906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BCFD45-1B25-7B74-398F-A8E398F3D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CE324F5-D060-28DF-AA73-32EC869C5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0551F-6867-4E9E-B813-4E46E90105EB}" type="datetimeFigureOut">
              <a:rPr lang="es-AR" smtClean="0"/>
              <a:t>4/4/2026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849E76A-DA61-6242-E6C1-105A78EB8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A492F0D-7E89-BFB5-3519-DB545F218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F77AD-AD76-4B1D-8485-F96DBFC6C79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54039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09C9751-0022-DC2F-E63F-4E9B8F114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0551F-6867-4E9E-B813-4E46E90105EB}" type="datetimeFigureOut">
              <a:rPr lang="es-AR" smtClean="0"/>
              <a:t>4/4/2026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71DD096-AF15-8BCB-4FDD-0BD7FB7C0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9BD6312-6132-3CD2-5B32-DD15AABE0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F77AD-AD76-4B1D-8485-F96DBFC6C79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19230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F6F1C1-0121-EC76-A4DC-6C9D8F95C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1CE30D-6801-A0A2-28B2-2A2713130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D79B78-93DC-D93B-AC85-EFB4880207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352BF39-FF91-A803-F166-404A7E0C5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0551F-6867-4E9E-B813-4E46E90105EB}" type="datetimeFigureOut">
              <a:rPr lang="es-AR" smtClean="0"/>
              <a:t>4/4/2026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F4AF9D2-4ACA-4ADB-449A-4424BC908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B067B9A-B08E-5550-B171-21922F49B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F77AD-AD76-4B1D-8485-F96DBFC6C79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70296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E858D2-EE30-8D52-AA69-165C5AAD6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B290D6C-17C6-817C-A610-0B0C3BFCF2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A6B037F-ACE8-69DC-2ACA-2E70A2113B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AC3C7AA-DDFE-4851-9789-294709CBF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0551F-6867-4E9E-B813-4E46E90105EB}" type="datetimeFigureOut">
              <a:rPr lang="es-AR" smtClean="0"/>
              <a:t>4/4/2026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EA9E25B-BA2B-6417-AFBB-0EA40F9B3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2A649DA-D49A-5740-DD6A-503817566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F77AD-AD76-4B1D-8485-F96DBFC6C79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06894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68F393-9AD0-D44C-E2BF-E2A98559F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A580F8E-257A-9A13-6F32-D18D571E37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41E397C-617C-7029-61FE-D2D49694F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0551F-6867-4E9E-B813-4E46E90105EB}" type="datetimeFigureOut">
              <a:rPr lang="es-AR" smtClean="0"/>
              <a:t>4/4/2026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8E1313-43FD-164E-8E1C-50616437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C0FF0F-B12F-C7C4-9DD9-3B3EEE681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F77AD-AD76-4B1D-8485-F96DBFC6C79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21299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E68570-4454-8142-B5DF-6E94BE6899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F162793-5D96-7829-ACF3-715E6EF204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2A0603-6CCC-B96E-6AD1-F5C494AD7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0551F-6867-4E9E-B813-4E46E90105EB}" type="datetimeFigureOut">
              <a:rPr lang="es-AR" smtClean="0"/>
              <a:t>4/4/2026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21D2B02-9CC4-292C-2718-D46704E1C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E47935-F087-4DB1-1111-D8DAD2901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F77AD-AD76-4B1D-8485-F96DBFC6C79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62483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65587A8-17B0-E0A4-1D6E-02A2FA242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28944EA-3A5E-3FF3-A71F-BF102C5BAD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63E459F-68E8-0D6E-3AE3-071303B4E4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A0551F-6867-4E9E-B813-4E46E90105EB}" type="datetimeFigureOut">
              <a:rPr lang="es-AR" smtClean="0"/>
              <a:t>4/4/2026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F828A93-55C2-8832-3D0C-B77D47B846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2921C78-63D4-FEB7-8F13-72787A384B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6F77AD-AD76-4B1D-8485-F96DBFC6C79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37391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87C5C54-E99A-8A43-C560-A17125E670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99" r="37525"/>
          <a:stretch>
            <a:fillRect/>
          </a:stretch>
        </p:blipFill>
        <p:spPr>
          <a:xfrm>
            <a:off x="3450210" y="2087217"/>
            <a:ext cx="4166648" cy="268356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A7DC33E-AFB7-D338-B68F-D8F90ACDAD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021" t="38642" b="31235"/>
          <a:stretch>
            <a:fillRect/>
          </a:stretch>
        </p:blipFill>
        <p:spPr>
          <a:xfrm>
            <a:off x="7616858" y="3766794"/>
            <a:ext cx="4508500" cy="80838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CFF77E3-C55F-9147-D276-C91C3D43F4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222" r="72187" b="32654"/>
          <a:stretch>
            <a:fillRect/>
          </a:stretch>
        </p:blipFill>
        <p:spPr>
          <a:xfrm>
            <a:off x="-94268" y="3726729"/>
            <a:ext cx="3390900" cy="808382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503BA730-D94D-0CEF-EA24-1FCAFD69C8A9}"/>
              </a:ext>
            </a:extLst>
          </p:cNvPr>
          <p:cNvSpPr/>
          <p:nvPr/>
        </p:nvSpPr>
        <p:spPr>
          <a:xfrm>
            <a:off x="1282045" y="2601798"/>
            <a:ext cx="1687398" cy="9898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Bandera</a:t>
            </a:r>
            <a:endParaRPr lang="es-AR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698A1E2-9929-A088-DFDD-3CD16A17C289}"/>
              </a:ext>
            </a:extLst>
          </p:cNvPr>
          <p:cNvSpPr/>
          <p:nvPr/>
        </p:nvSpPr>
        <p:spPr>
          <a:xfrm>
            <a:off x="8804635" y="2439185"/>
            <a:ext cx="1687398" cy="9898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Bandera</a:t>
            </a:r>
            <a:endParaRPr lang="es-AR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E870A46-61A7-05A5-2C32-9D5F6240442C}"/>
              </a:ext>
            </a:extLst>
          </p:cNvPr>
          <p:cNvSpPr txBox="1"/>
          <p:nvPr/>
        </p:nvSpPr>
        <p:spPr>
          <a:xfrm>
            <a:off x="4408258" y="1166109"/>
            <a:ext cx="22505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Phone View</a:t>
            </a:r>
            <a:endParaRPr lang="es-AR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5770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D9286C0-21C6-23B3-2672-17DD15C2D6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3759" y="3143210"/>
            <a:ext cx="6144482" cy="57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7090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</Words>
  <Application>Microsoft Office PowerPoint</Application>
  <PresentationFormat>Panorámica</PresentationFormat>
  <Paragraphs>3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Usuario de Office</dc:creator>
  <cp:lastModifiedBy>Usuario de Office</cp:lastModifiedBy>
  <cp:revision>1</cp:revision>
  <dcterms:created xsi:type="dcterms:W3CDTF">2026-04-04T18:27:29Z</dcterms:created>
  <dcterms:modified xsi:type="dcterms:W3CDTF">2026-04-04T18:32:26Z</dcterms:modified>
</cp:coreProperties>
</file>